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6A4F00F-CB33-439D-8A80-CC3EAFBDC28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Project Visualizations 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11EB78C-147C-4EC2-A86E-E4538735AFD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08-11-2025 19:26:14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ating Trend By Vendor" id="2" name="slide2">
            <a:extLst>
              <a:ext uri="{FF2B5EF4-FFF2-40B4-BE49-F238E27FC236}">
                <a16:creationId xmlns:a16="http://schemas.microsoft.com/office/drawing/2014/main" id="{2F910DB3-4FF7-4CB9-8C32-AF28A603DD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609" y="0"/>
            <a:ext cx="20547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endor Rating Distribution" id="3" name="slide3">
            <a:extLst>
              <a:ext uri="{FF2B5EF4-FFF2-40B4-BE49-F238E27FC236}">
                <a16:creationId xmlns:a16="http://schemas.microsoft.com/office/drawing/2014/main" id="{DEC04C30-CE90-4F76-A91E-20D2F47B23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830" y="0"/>
            <a:ext cx="5826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utlier severity" id="4" name="slide4">
            <a:extLst>
              <a:ext uri="{FF2B5EF4-FFF2-40B4-BE49-F238E27FC236}">
                <a16:creationId xmlns:a16="http://schemas.microsoft.com/office/drawing/2014/main" id="{6160BFD8-58D4-4FCB-A81A-A5B2A2E14C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401" y="0"/>
            <a:ext cx="37751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 outliers" id="5" name="slide5">
            <a:extLst>
              <a:ext uri="{FF2B5EF4-FFF2-40B4-BE49-F238E27FC236}">
                <a16:creationId xmlns:a16="http://schemas.microsoft.com/office/drawing/2014/main" id="{EFD7532D-5D7B-4ECF-83B6-2CE939C808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02" y="0"/>
            <a:ext cx="109293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untry comparision" id="6" name="slide6">
            <a:extLst>
              <a:ext uri="{FF2B5EF4-FFF2-40B4-BE49-F238E27FC236}">
                <a16:creationId xmlns:a16="http://schemas.microsoft.com/office/drawing/2014/main" id="{DF7913E1-EB06-4ADE-9DB8-EE44DE94901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19" y="0"/>
            <a:ext cx="11694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grades vs Downgrades" id="7" name="slide7">
            <a:extLst>
              <a:ext uri="{FF2B5EF4-FFF2-40B4-BE49-F238E27FC236}">
                <a16:creationId xmlns:a16="http://schemas.microsoft.com/office/drawing/2014/main" id="{2A9A13CE-8B84-4DDE-878C-95D06A406F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84"/>
            <a:ext cx="12192000" cy="671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8" name="slide8">
            <a:extLst>
              <a:ext uri="{FF2B5EF4-FFF2-40B4-BE49-F238E27FC236}">
                <a16:creationId xmlns:a16="http://schemas.microsoft.com/office/drawing/2014/main" id="{06F326B1-AC23-4FF8-B4D5-11A0C0D0553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224"/>
            <a:ext cx="12192000" cy="62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9" name="slide9">
            <a:extLst>
              <a:ext uri="{FF2B5EF4-FFF2-40B4-BE49-F238E27FC236}">
                <a16:creationId xmlns:a16="http://schemas.microsoft.com/office/drawing/2014/main" id="{9E8655D4-4E10-437F-9358-254DE6DB68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656"/>
            <a:ext cx="12192000" cy="596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utlier % Trend" id="10" name="slide10">
            <a:extLst>
              <a:ext uri="{FF2B5EF4-FFF2-40B4-BE49-F238E27FC236}">
                <a16:creationId xmlns:a16="http://schemas.microsoft.com/office/drawing/2014/main" id="{CB62E402-4598-4E94-B544-0BB14B29E2B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73" y="0"/>
            <a:ext cx="10325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2025-11-08T13:56:16Z</dcterms:created>
  <dcterms:modified xsi:type="dcterms:W3CDTF">2025-11-08T13:56:16Z</dcterms:modified>
</cp:coreProperties>
</file>